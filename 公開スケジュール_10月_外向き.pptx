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413999"/>
            <a:ext cx="57600" cy="540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3200" y="395999"/>
            <a:ext cx="432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理科 授業公開のご案内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8年（中2） 「消化と吸収」 ／ 自由進度学習 ・ 新井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4000" y="377999"/>
            <a:ext cx="2124000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76000" y="435599"/>
            <a:ext cx="198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9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10月5日（月） 〜 10月15日（木）</a:t>
            </a:r>
          </a:p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5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本館1F 化学室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997199"/>
            <a:ext cx="6696000" cy="27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105199"/>
            <a:ext cx="6696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5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8年理科で、授業を公開しております。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5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1つの単元全体を子どもたちが学習の方法、課題の難易度、取り組む量などを選択しながら学習を進めていく形式です。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5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単元計画・導入の1コマ目から4コマ目まで</a:t>
            </a:r>
            <a:r>
              <a:rPr sz="105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を公開します。ご都合のつく時間にご自由にお越しください。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2023198"/>
            <a:ext cx="1944000" cy="4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000" y="2087998"/>
            <a:ext cx="176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0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① 計画づくり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19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教材の説明 → 学習計画を立てる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4000" y="2023198"/>
            <a:ext cx="2664000" cy="4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4000" y="2087998"/>
            <a:ext cx="248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0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②③④ 自由進度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19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立てた計画にそって、自分で決めて進める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6000" y="2023198"/>
            <a:ext cx="1835999" cy="4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6000" y="2087998"/>
            <a:ext cx="16559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00" b="1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⑤⑥ テスト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19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小テスト・パフォーマンステスト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2627998"/>
            <a:ext cx="669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単元のすべてのコマ（全18コマ）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2851198"/>
            <a:ext cx="14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日にち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6000" y="2851198"/>
            <a:ext cx="503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何限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9999" y="2851198"/>
            <a:ext cx="104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時刻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999" y="2851198"/>
            <a:ext cx="6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クラス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5999" y="2851198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コマ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7999" y="2851198"/>
            <a:ext cx="27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その時間にしていること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3038398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000" y="3103198"/>
            <a:ext cx="140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10/5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（月）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A校時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6000" y="31031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3限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9999" y="31031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10:45〜11:35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999" y="31031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8-1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5999" y="31031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7999" y="31031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教材の説明 ・ 学習計画づくり　終了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3326398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000" y="3391198"/>
            <a:ext cx="140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10/7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（水）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B校時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36000" y="33911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9999" y="33911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08:45〜09:30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999" y="33911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95999" y="33911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7999" y="33911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自由進度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" y="3614398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36000" y="36683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2限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9999" y="36683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09:40〜10:25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999" y="36683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95999" y="36683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7999" y="36683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教材の説明 ・ 学習計画づくり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3891598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36000" y="39455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3限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9999" y="39455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10:35〜11:20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999" y="39455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95999" y="39455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27999" y="39455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教材の説明 ・ 学習計画づくり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4168798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36000" y="42227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4限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9999" y="42227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11:30〜12:15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999" y="42227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95999" y="42227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27999" y="42227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自由進度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000" y="4445998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36000" y="44999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6限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39999" y="44999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14:15〜15:00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999" y="44999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95999" y="44999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27999" y="44999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自由進度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2000" y="4723198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2000" y="4787998"/>
            <a:ext cx="140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10/8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（木）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A校時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36000" y="47879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9999" y="47879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08:45〜09:35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83999" y="47879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95999" y="47879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④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27999" y="47879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自由進度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2000" y="5011198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2000" y="5075998"/>
            <a:ext cx="140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10/9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（金）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B校時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36000" y="50759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39999" y="50759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08:45〜09:30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83999" y="50759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95999" y="50759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⑤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27999" y="50759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小テスト（ノート持ち込み）・単元のふりかえり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2000" y="5299198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836000" y="53531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2限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39999" y="53531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09:40〜10:25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83999" y="53531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95999" y="53531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②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27999" y="53531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自由進度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2000" y="5576398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36000" y="56303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4限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39999" y="56303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11:30〜12:15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83999" y="56303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95999" y="56303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27999" y="56303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自由進度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2000" y="5853598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2000" y="5918398"/>
            <a:ext cx="140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10/13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（火）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A校時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36000" y="59183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4限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39999" y="59183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11:45〜12:35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83999" y="59183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95999" y="59183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④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27999" y="59183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自由進度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2000" y="6141598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836000" y="61955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6限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39999" y="61955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14:40〜15:30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83999" y="61955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95999" y="61955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⑥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27999" y="61955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パフォーマンステスト「カレーのゆくえ」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2000" y="6418798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2000" y="6483598"/>
            <a:ext cx="140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10/14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（水）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A校時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836000" y="64835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2限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339999" y="64835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09:45〜10:35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83999" y="64835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95999" y="64835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⑤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27999" y="64835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小テスト（ノート持ち込み）・単元のふりかえり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32000" y="6706798"/>
            <a:ext cx="6696000" cy="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836000" y="67607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4限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339999" y="67607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11:45〜12:35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83999" y="67607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95999" y="67607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③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427999" y="67607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自由進度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32000" y="6983998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32000" y="7048798"/>
            <a:ext cx="140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10/15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（木）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A校時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36000" y="70487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4限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339999" y="70487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11:45〜12:35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83999" y="70487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95999" y="70487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④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427999" y="70487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自由進度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32000" y="7271998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32000" y="7336798"/>
            <a:ext cx="140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10/16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（金）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A校時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36000" y="73367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3限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339999" y="73367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10:45〜11:35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83999" y="73367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995999" y="73367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⑤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27999" y="73367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小テスト（ノート持ち込み）・単元のふりかえり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32000" y="7559998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32000" y="7624798"/>
            <a:ext cx="140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10/20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（火）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B校時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836000" y="76247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4限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339999" y="76247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11:30〜12:15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383999" y="76247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995999" y="76247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⑥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427999" y="76247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パフォーマンステスト「カレーのゆくえ」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32000" y="7847998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32000" y="7912798"/>
            <a:ext cx="140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10/21</a:t>
            </a:r>
            <a:r>
              <a:rPr sz="84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（水）</a:t>
            </a:r>
            <a:r>
              <a:rPr sz="80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　B校時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836000" y="7912798"/>
            <a:ext cx="503999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3限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339999" y="7912798"/>
            <a:ext cx="1044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10:35〜11:20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83999" y="7912798"/>
            <a:ext cx="61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8-2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95999" y="7912798"/>
            <a:ext cx="432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⑥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427999" y="7912798"/>
            <a:ext cx="2700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パフォーマンステスト「カレーのゆくえ」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32000" y="8135998"/>
            <a:ext cx="6696000" cy="1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32000" y="8225998"/>
            <a:ext cx="6696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50" b="0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どのコマも、途中の出入りは自由です。10分だけでもかまいません。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Zen Maru Gothic"/>
                <a:ea typeface="Zen Maru Gothic"/>
                <a:cs typeface="Zen Maru Gothic"/>
              </a:rPr>
              <a:t>見ていただきたいのは、子どもが「次に何をするか」を自己選択する場面と、その自己選択に教師がどう関わるか、です。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※ 10月7日（水）・9日（金）はB校時（45分授業）です。ほかの日はA校時（50分授業）です。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※ 10月14日（水）は運動会の予行のため、時程が変わることがあります。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>
                <a:solidFill>
                  <a:srgbClr val="444444"/>
                </a:solidFill>
                <a:latin typeface="Zen Maru Gothic"/>
                <a:ea typeface="Zen Maru Gothic"/>
                <a:cs typeface="Zen Maru Gothic"/>
              </a:rPr>
              <a:t>※ 時間割の変更があった場合は、その都度お知らせします。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
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2000" y="413999"/>
            <a:ext cx="57600" cy="540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395999"/>
            <a:ext cx="4320000" cy="551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 dirty="0" err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理科</a:t>
            </a:r>
            <a:r>
              <a:rPr sz="2000" b="1" dirty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授業公開のご案内</a:t>
            </a:r>
            <a:endParaRPr sz="2000" b="1" dirty="0">
              <a:solidFill>
                <a:srgbClr val="111111"/>
              </a:solidFill>
              <a:latin typeface="Zen Maru Gothic"/>
              <a:ea typeface="Zen Maru Gothic"/>
              <a:cs typeface="Zen Maru Gothic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dirty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8年（中2） 「</a:t>
            </a:r>
            <a:r>
              <a:rPr sz="1050" b="0" dirty="0" err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消化と吸収</a:t>
            </a:r>
            <a:r>
              <a:rPr sz="1050" b="0" dirty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4000" y="377999"/>
            <a:ext cx="212400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76000" y="435599"/>
            <a:ext cx="19800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10月5日（月） 〜 10月15日（木）</a:t>
            </a:r>
          </a:p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5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本館1F 化学室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97199"/>
            <a:ext cx="6696000" cy="27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1162349"/>
            <a:ext cx="6696000" cy="622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 dirty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1つの単元全体を子どもたちが学習の方法、課題の難易度、取り組む量などを選択しながら学習を進めていく形式です。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1" dirty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単元計画・導入の1コマ目から4コマ目まで</a:t>
            </a:r>
            <a:r>
              <a:rPr sz="1050" b="0" dirty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を公開します。ご都合のつく時間にご自由にお越しください。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023198"/>
            <a:ext cx="1944000" cy="4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2000" y="2087998"/>
            <a:ext cx="1764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0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① 計画づくり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教材の説明 → 学習計画を立てる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4000" y="2023198"/>
            <a:ext cx="2664000" cy="4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74000" y="2087998"/>
            <a:ext cx="2484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0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②③④ 自己調整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立てた計画にそって、自分で決めて進める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6000" y="2023198"/>
            <a:ext cx="1835999" cy="4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6000" y="2087998"/>
            <a:ext cx="1655999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0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⑤⑥ テスト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小テスト・パフォーマンステスト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666697"/>
            <a:ext cx="6696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単元のすべてのコマ（全18コマ）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2928597"/>
            <a:ext cx="140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日にち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6000" y="2928597"/>
            <a:ext cx="50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何限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9999" y="2928597"/>
            <a:ext cx="10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時刻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999" y="2928597"/>
            <a:ext cx="61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クラス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999" y="2928597"/>
            <a:ext cx="43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コマ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7999" y="2928597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その時間にしていること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3154497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000" y="3257996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10/5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（月）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3257996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3限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9999" y="3257996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10:45〜11:35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999" y="3257996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5999" y="3257996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7999" y="3257996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教材の説明 ・ 学習計画づくり　終了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3519896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2000" y="3623396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10/7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（水）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B校時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6000" y="3623396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9999" y="3623396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08:45〜09:30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999" y="3623396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95999" y="3623396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7999" y="3623396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自己調整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3885295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36000" y="3977995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2限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9999" y="3977995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09:40〜10:25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999" y="3977995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95999" y="3977995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7999" y="3977995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教材の説明 ・ 学習計画づくり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4239895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836000" y="4332595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3限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9999" y="4332595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10:35〜11:20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999" y="4332595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95999" y="4332595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7999" y="4332595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教材の説明 ・ 学習計画づくり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4594494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836000" y="4687194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9999" y="4687194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11:30〜12:15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999" y="4687194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95999" y="4687194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27999" y="4687194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自己調整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000" y="4949094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36000" y="5041793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6限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39999" y="5041793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14:15〜15:00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999" y="5041793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95999" y="5041793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27999" y="5041793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自己調整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2000" y="5303693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000" y="5407193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10/8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（木）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36000" y="5407193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9999" y="5407193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08:45〜09:35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999" y="5407193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95999" y="5407193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④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27999" y="5407193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自己調整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2000" y="5669092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32000" y="5772592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10/9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（金）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B校時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36000" y="5772592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9999" y="5772592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08:45〜09:30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3999" y="5772592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95999" y="5772592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27999" y="5772592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小テスト（ノート持ち込み）・単元のふりかえり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2000" y="6034492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836000" y="6127192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2限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9999" y="6127192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09:40〜10:25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999" y="6127192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95999" y="6127192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27999" y="6127192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自己調整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2000" y="6389091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836000" y="6481791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39999" y="6481791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11:30〜12:15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999" y="6481791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95999" y="6481791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27999" y="6481791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自己調整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2000" y="6743691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32000" y="6847190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10/13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（火）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36000" y="6847190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39999" y="6847190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11:45〜12:35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999" y="6847190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95999" y="6847190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④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27999" y="6847190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自己調整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2000" y="7109090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836000" y="7201790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6限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39999" y="7201790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14:40〜15:30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83999" y="7201790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95999" y="7201790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27999" y="7201790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パフォーマンステスト「カレーのゆくえ」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2000" y="7463689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32000" y="7567189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10/14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（水）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36000" y="7567189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2限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39999" y="7567189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09:45〜10:35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83999" y="7567189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95999" y="7567189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⑤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27999" y="7567189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小テスト（ノート持ち込み）・単元のふりかえり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2000" y="7829089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836000" y="7921789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339999" y="7921789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11:45〜12:35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83999" y="7921789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95999" y="7921789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③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427999" y="7921789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自己調整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32000" y="818368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32000" y="8287188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10/15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（木）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36000" y="8287188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339999" y="8287188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11:45〜12:35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83999" y="8287188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95999" y="8287188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④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427999" y="8287188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自己調整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32000" y="854908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32000" y="8652587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10/16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（金）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36000" y="8652587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3限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339999" y="8652587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10:45〜11:35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83999" y="8652587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95999" y="8652587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⑤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27999" y="8652587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小テスト（ノート持ち込み）・単元のふりかえり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32000" y="8914487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32000" y="9017987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10/20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（火）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B校時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836000" y="9017987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339999" y="9017987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11:30〜12:15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83999" y="9017987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995999" y="9017987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⑥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27999" y="9017987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パフォーマンステスト「カレーのゆくえ」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32000" y="9279886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32000" y="9383386"/>
            <a:ext cx="140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10/21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（水）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B校時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836000" y="9383386"/>
            <a:ext cx="503999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3限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339999" y="9383386"/>
            <a:ext cx="1044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10:35〜11:20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83999" y="9383386"/>
            <a:ext cx="61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95999" y="9383386"/>
            <a:ext cx="432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⑥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427999" y="9383386"/>
            <a:ext cx="2700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パフォーマンステスト「カレーのゆくえ」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32000" y="9645286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32000" y="9773986"/>
            <a:ext cx="6696000" cy="539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50" b="0" dirty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どのコマも、途中の出入りは自由です。10分だけでもかまいません。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50" b="1" dirty="0" err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見ていただきたいのは、子どもが「次に何をするか」を自己選択する場面と、その自己選択に教師がどう関わるか、です</a:t>
            </a:r>
            <a:r>
              <a:rPr sz="950" b="1" dirty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dirty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※ 10月7日（水）・9日（金）はB校時（45分授業）です。ほかの日はA校時（50分授業）です。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319</Words>
  <Application>Microsoft Office PowerPoint</Application>
  <PresentationFormat>ユーザー設定</PresentationFormat>
  <Paragraphs>122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Zen Maru Gothic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masato arai</cp:lastModifiedBy>
  <cp:revision>2</cp:revision>
  <dcterms:created xsi:type="dcterms:W3CDTF">2013-01-27T09:14:16Z</dcterms:created>
  <dcterms:modified xsi:type="dcterms:W3CDTF">2026-10-06T14:07:18Z</dcterms:modified>
  <cp:category/>
</cp:coreProperties>
</file>